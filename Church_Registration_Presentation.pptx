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1" d="100"/>
          <a:sy n="61" d="100"/>
        </p:scale>
        <p:origin x="858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15-May-26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15-May-26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15-May-26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15-May-26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15-May-26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15-May-26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15-May-26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15-May-26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15-May-26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15-May-26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15-May-26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15-May-26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" y="312241"/>
            <a:ext cx="12191695" cy="54864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6289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rPr lang="en-US" dirty="0"/>
              <a:t>CHURCH REGISTRATION SYSTEM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914400" y="2879467"/>
            <a:ext cx="10362895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5DAEE0"/>
                </a:solidFill>
                <a:latin typeface="Calibri"/>
              </a:defRPr>
            </a:pPr>
            <a:r>
              <a:rPr dirty="0"/>
              <a:t>Grace of Jesus Christ Ministries </a:t>
            </a:r>
            <a:br>
              <a:rPr lang="en-US" dirty="0"/>
            </a:br>
            <a:r>
              <a:rPr dirty="0" err="1"/>
              <a:t>Kitintale</a:t>
            </a:r>
            <a:r>
              <a:rPr dirty="0"/>
              <a:t>, Kampala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D4A843"/>
                </a:solidFill>
                <a:latin typeface="Calibri"/>
              </a:defRPr>
            </a:pPr>
            <a:r>
              <a:t>A Modern Digital Solution for Church Member Management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About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73152" cy="54864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" y="14630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C3E50"/>
                </a:solidFill>
                <a:latin typeface="Calibri"/>
              </a:defRPr>
            </a:pPr>
            <a:r>
              <a:t>Project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194560"/>
            <a:ext cx="9601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• Grace of Jesus Christ Ministries is a prophetic church located in Kitintale, Kampala, Uganda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• The church slogan: "An encounter with the Holy Spirit"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• Holds Sunday services, prayer meetings, counseling sessions, and special events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• Experienced rapid growth, making manual registration processes inefficient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• This project digitizes the entire registration and member management workflow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• Built with modern web technologies: HTML5, CSS3, JavaScript, Firebase, and Google Sheets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Abstract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73152" cy="54864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" y="14630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C3E50"/>
                </a:solidFill>
                <a:latin typeface="Calibri"/>
              </a:defRPr>
            </a:pPr>
            <a:r>
              <a:t>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286000"/>
            <a:ext cx="9601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Calibri"/>
              </a:defRPr>
            </a:pPr>
            <a:r>
              <a:t>This project presents a comprehensive Church Registration System designed to replace the manual, paper-based registration process at Grace of Jesus Christ Ministries. The system provides a multi-step online registration portal for church visitors and members, coupled with an administrative dashboard for church leadership to manage member data, track church growth, and organize events.</a:t>
            </a:r>
            <a:br/>
            <a:br/>
            <a:r>
              <a:t>The system leverages Firebase Firestore for real-time data storage, Google Sheets as a backup database, and includes offline support through localStorage and Service Workers. Additional features include WhatsApp integration for automated confirmations, media library management, and church program scheduling.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Existing 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73152" cy="54864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" y="14630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C3E50"/>
                </a:solidFill>
                <a:latin typeface="Calibri"/>
              </a:defRPr>
            </a:pPr>
            <a:r>
              <a:t>Current Manual Process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194560"/>
            <a:ext cx="9601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rPr dirty="0"/>
              <a:t>• Paper-based registration books at the church entrance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rPr dirty="0"/>
              <a:t>• Manual data entry into spreadsheets by church administrators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rPr dirty="0"/>
              <a:t>• No centralized database for member information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rPr dirty="0"/>
              <a:t>• Difficult to track attendance, growth trends, or member engagement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rPr dirty="0"/>
              <a:t>• High risk of data loss, duplication, or errors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rPr dirty="0"/>
              <a:t>• No automated communication with registered members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rPr dirty="0"/>
              <a:t>• Time-consuming reporting and data retrieval processes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rPr dirty="0"/>
              <a:t>• Limited accessibility – only available physically at the church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Proposed 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73152" cy="54864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" y="14630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C3E50"/>
                </a:solidFill>
                <a:latin typeface="Calibri"/>
              </a:defRPr>
            </a:pPr>
            <a:r>
              <a:t>Digital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194560"/>
            <a:ext cx="9601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• Multi-step online registration form accessible via web browsers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• Real-time data storage using Firebase Firestore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• Google Sheets integration as backup database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• Admin dashboard for member management, analytics, and reporting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• Automated WhatsApp confirmation messages after registration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• Offline support with localStorage and Service Worker caching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• Media library for sermons, events, and church photos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• Church program scheduling and event management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• Responsive design for mobile, tablet, and desktop access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Advantages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73152" cy="54864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" y="2194560"/>
            <a:ext cx="9601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• Efficient Data Management – Instant storage, retrieval, and updating of member records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• Accessibility – Register from anywhere with internet access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• Data Security – Encrypted storage with Firebase security rules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• Automated Communication – WhatsApp integration for instant confirmations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• Analytics &amp; Reporting – Real-time statistics on church growth and attendance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• Offline Support – Registrations saved locally and synced when online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• Scalability – System grows with the church without performance issues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• Cost-Effective – Free tier Firebase and Google Sheets reduce hosting costs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• User-Friendly – Intuitive interface requiring minimal training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Disadvantages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73152" cy="54864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" y="2194560"/>
            <a:ext cx="9601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• Internet Dependency – Requires internet connection for real-time features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• Learning Curve – Church staff need training to use the admin dashboard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• Third-Party Reliance – Depends on Firebase and Google services availability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• Initial Setup Cost – Requires configuration of Firebase project and Google Sheets API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• Data Migration – Existing paper records need to be digitized manually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• Limited Offline Features – Some features unavailable without internet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• Maintenance – Regular updates and monitoring required for optimal performance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Software Requirements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73152" cy="54864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" y="219456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498DB"/>
                </a:solidFill>
                <a:latin typeface="Calibri"/>
              </a:defRPr>
            </a:pPr>
            <a:r>
              <a:t>Frontend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4114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• HTML5, CSS3, JavaScript (ES6+)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• Responsive design with CSS Grid/Flexbox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• FontAwesome icons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• Google Fonts (Montserrat)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• Service Workers for offline support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1945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498DB"/>
                </a:solidFill>
                <a:latin typeface="Calibri"/>
              </a:defRPr>
            </a:pPr>
            <a:r>
              <a:t>Backend &amp; Database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74320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• Firebase Firestore (NoSQL database)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• Firebase Authentication (Admin login)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• Firebase Storage (Media files)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• Google Sheets API (Backup storage)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• Google Apps Script (Sheet integration)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• WhatsApp Business API (Messaging)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7548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498DB"/>
                </a:solidFill>
                <a:latin typeface="Calibri"/>
              </a:defRPr>
            </a:pPr>
            <a:r>
              <a:t>Development Tools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5303520"/>
            <a:ext cx="4114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• XAMPP (Local server)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• Git &amp; GitHub (Version control)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• VS Code (Code editor)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• Chrome DevTools (Debugging)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About Project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73152" cy="54864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" y="2194560"/>
            <a:ext cx="9601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• Project Name: Church Registration System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• Organization: Grace of Jesus Christ Ministries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• Location: Kitintale, Kampala, Uganda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• Technology Stack: Firebase, Google Sheets, Vanilla JavaScript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• Development Environment: XAMPP (Local), Firebase Hosting (Production)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• Repository: github.com/jessethegreat6190/Church-Registration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• Key Features: Multi-step registration, admin dashboard, WhatsApp integration, offline sync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• Target Users: Church visitors, members, and administrators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• Status: Fully functional and deployed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System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73152" cy="54864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2743200" cy="1097280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1000"/>
              </a:spcBef>
              <a:defRPr sz="1600" b="1">
                <a:solidFill>
                  <a:srgbClr val="FFFFFF"/>
                </a:solidFill>
              </a:defRPr>
            </a:pPr>
            <a:r>
              <a:t>User Interface</a:t>
            </a:r>
            <a:br/>
            <a:r>
              <a:t>(HTML/CSS/JS)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54880" y="2011680"/>
            <a:ext cx="2743200" cy="1097280"/>
          </a:xfrm>
          <a:prstGeom prst="roundRect">
            <a:avLst/>
          </a:prstGeom>
          <a:solidFill>
            <a:srgbClr val="FFA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1000"/>
              </a:spcBef>
              <a:defRPr sz="1600" b="1">
                <a:solidFill>
                  <a:srgbClr val="FFFFFF"/>
                </a:solidFill>
              </a:defRPr>
            </a:pPr>
            <a:r>
              <a:t>Firebase Services</a:t>
            </a:r>
            <a:br/>
            <a:r>
              <a:t>(Auth, Firestore, Storage)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0" y="2011680"/>
            <a:ext cx="2743200" cy="1097280"/>
          </a:xfrm>
          <a:prstGeom prst="roundRect">
            <a:avLst/>
          </a:prstGeom>
          <a:solidFill>
            <a:srgbClr val="0F9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1000"/>
              </a:spcBef>
              <a:defRPr sz="1600" b="1">
                <a:solidFill>
                  <a:srgbClr val="FFFFFF"/>
                </a:solidFill>
              </a:defRPr>
            </a:pPr>
            <a:r>
              <a:t>Google Sheets</a:t>
            </a:r>
            <a:br/>
            <a:r>
              <a:t>(Backup Database)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840480"/>
            <a:ext cx="2743200" cy="1097280"/>
          </a:xfrm>
          <a:prstGeom prst="round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1000"/>
              </a:spcBef>
              <a:defRPr sz="1600" b="1">
                <a:solidFill>
                  <a:srgbClr val="FFFFFF"/>
                </a:solidFill>
              </a:defRPr>
            </a:pPr>
            <a:r>
              <a:t>Admin Dashboard</a:t>
            </a:r>
            <a:br/>
            <a:r>
              <a:t>(Gold Theme)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0" y="3840480"/>
            <a:ext cx="2743200" cy="1097280"/>
          </a:xfrm>
          <a:prstGeom prst="roundRect">
            <a:avLst/>
          </a:prstGeom>
          <a:solidFill>
            <a:srgbClr val="25D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1000"/>
              </a:spcBef>
              <a:defRPr sz="1600" b="1">
                <a:solidFill>
                  <a:srgbClr val="FFFFFF"/>
                </a:solidFill>
              </a:defRPr>
            </a:pPr>
            <a:r>
              <a:t>WhatsApp API</a:t>
            </a:r>
            <a:br/>
            <a:r>
              <a:t>(Automated Messages)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0" y="3840480"/>
            <a:ext cx="2743200" cy="1097280"/>
          </a:xfrm>
          <a:prstGeom prst="round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1000"/>
              </a:spcBef>
              <a:defRPr sz="1600" b="1">
                <a:solidFill>
                  <a:srgbClr val="FFFFFF"/>
                </a:solidFill>
              </a:defRPr>
            </a:pPr>
            <a:r>
              <a:t>Service Worker</a:t>
            </a:r>
            <a:br/>
            <a:r>
              <a:t>(Offline Support)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237744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333333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0" y="237744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333333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420624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333333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420624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333333"/>
                </a:solidFill>
                <a:latin typeface="Calibri"/>
              </a:defRPr>
            </a:pPr>
            <a:r>
              <a:t>→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73152" cy="54864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" y="2194560"/>
            <a:ext cx="9601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Calibri"/>
              </a:defRPr>
            </a:pPr>
            <a:r>
              <a:t>The Church Registration System successfully addresses the challenges faced by Grace of Jesus Christ Ministries in managing member data and church operations. By transitioning from a manual, paper-based system to a modern digital solution, the church now benefits from:</a:t>
            </a:r>
            <a:br/>
            <a:br/>
            <a:r>
              <a:t>• Streamlined registration process accessible online</a:t>
            </a:r>
            <a:br/>
            <a:r>
              <a:t>• Centralized, secure database with real-time access</a:t>
            </a:r>
            <a:br/>
            <a:r>
              <a:t>• Automated communication through WhatsApp integration</a:t>
            </a:r>
            <a:br/>
            <a:r>
              <a:t>• Comprehensive admin dashboard for data management and analytics</a:t>
            </a:r>
            <a:br/>
            <a:r>
              <a:t>• Offline support ensuring no data is lost during connectivity issues</a:t>
            </a:r>
            <a:br/>
            <a:br/>
            <a:r>
              <a:t>This system positions the church for sustainable growth and improved member engagement while reducing administrative overhead and minimizing data loss risks.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Future 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73152" cy="54864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" y="2194560"/>
            <a:ext cx="9601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• Mobile App Development – Native Android/iOS applications for easier access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• SMS Integration – Alternative messaging for users without WhatsApp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• Advanced Analytics – Predictive insights on church growth and attendance patterns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• Online Giving Module – Secure payment gateway for tithes and offerings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• Live Streaming Integration – Embedded YouTube/Facebook live services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• Multi-Language Support – English, Luganda, and other local languages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• Event Ticketing – QR code-based check-in for special church events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• Volunteer Management – Module for tracking and scheduling church volunteers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• AI Chatbot – Automated responses to common visitor inquiries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1028</Words>
  <Application>Microsoft Office PowerPoint</Application>
  <PresentationFormat>Widescreen</PresentationFormat>
  <Paragraphs>105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FUTURE</cp:lastModifiedBy>
  <cp:revision>3</cp:revision>
  <dcterms:created xsi:type="dcterms:W3CDTF">2013-01-27T09:14:16Z</dcterms:created>
  <dcterms:modified xsi:type="dcterms:W3CDTF">2026-05-15T12:15:57Z</dcterms:modified>
  <cp:category/>
</cp:coreProperties>
</file>